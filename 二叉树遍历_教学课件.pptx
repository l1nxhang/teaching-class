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1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2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3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4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5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6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e_07_ste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1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2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3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4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5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6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in_07_ste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1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2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3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4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5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6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ost_07_ste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zoo_in_00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